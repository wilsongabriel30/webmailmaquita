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50208" y="457200"/>
            <a:ext cx="4297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QUITA LOGO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604361"/>
            <a:ext cx="3566160" cy="10772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F2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Plataforma de Correo Institucional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CFE2F2"/>
                </a:solidFill>
                <a:latin typeface="Calibri"/>
              </a:rPr>
              <a:t>Autohospedada · Soberana · Software libre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89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Correo empresarial completo, con seguridad y cumplimiento — a costo cero de licencias.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D6EA"/>
                </a:solidFill>
                <a:latin typeface="Calibri"/>
              </a:rPr>
              <a:t>Fundación Maquita Cushunchic MCCH · Software libre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1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¿Qué 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4A7F"/>
                </a:solidFill>
                <a:latin typeface="Calibri"/>
              </a:rPr>
              <a:t>Una plataforma de correo institucional completa y autohospedada:</a:t>
            </a:r>
          </a:p>
          <a:p>
            <a:pPr algn="l"/>
            <a:r>
              <a:rPr sz="2400" b="1">
                <a:solidFill>
                  <a:srgbClr val="004A7F"/>
                </a:solidFill>
                <a:latin typeface="Calibri"/>
              </a:rPr>
              <a:t>webmail propio, panel de administración con decenas de secciones,</a:t>
            </a:r>
          </a:p>
          <a:p>
            <a:pPr algn="l"/>
            <a:r>
              <a:rPr sz="2400" b="1">
                <a:solidFill>
                  <a:srgbClr val="004A7F"/>
                </a:solidFill>
                <a:latin typeface="Calibri"/>
              </a:rPr>
              <a:t>y módulos de seguridad y cumplimiento de nivel empresarial.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6292B"/>
                </a:solidFill>
                <a:latin typeface="Calibri"/>
              </a:rPr>
              <a:t>Construida sobre software libre líder de la industria (Postfix, Dovecot, Rspamd, PostgreSQL)</a:t>
            </a:r>
          </a:p>
          <a:p>
            <a:pPr algn="l"/>
            <a:r>
              <a:rPr sz="1800" b="0">
                <a:solidFill>
                  <a:srgbClr val="26292B"/>
                </a:solidFill>
                <a:latin typeface="Calibri"/>
              </a:rPr>
              <a:t>más desarrollo propio. Tus datos viven en TUS servidores. Sin licencias por usuario.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1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Correo y colaboración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•  Bandeja, calendario, contactos y tareas</a:t>
            </a:r>
          </a:p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•  Chat y presencia en tiempo real</a:t>
            </a:r>
          </a:p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•  Videollamadas y reuniones</a:t>
            </a:r>
          </a:p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•  Almacenamiento en la nube propio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•  Edición de documentos en el navegador</a:t>
            </a:r>
          </a:p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•  Envío de adjuntos grandes</a:t>
            </a:r>
          </a:p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•  Firma S/MIME</a:t>
            </a:r>
          </a:p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•  Mensajes cifrados (cifrado de extremo)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1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05E5C"/>
                </a:solidFill>
                <a:latin typeface="Calibri"/>
              </a:rPr>
              <a:t>Protección de nivel empresarial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•  Anti-spam, anti-malware y anti-phishing</a:t>
            </a:r>
          </a:p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•  Adjuntos seguros: multi-motor + sandbox</a:t>
            </a:r>
          </a:p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•  Enlaces seguros (bloqueo de URLs maliciosas)</a:t>
            </a:r>
          </a:p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•  DLP — prevención de fuga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•  Purga automática (zero-hour) de correos maliciosos</a:t>
            </a:r>
          </a:p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•  Simulación de phishing</a:t>
            </a:r>
          </a:p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•  Investigación y respuesta a incidentes (con IA)</a:t>
            </a:r>
          </a:p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•  Detección de inicios de sesión de riesgo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1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Cumplimiento e identidad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61A1"/>
                </a:solidFill>
                <a:latin typeface="Calibri"/>
              </a:rPr>
              <a:t>Cumplimiento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292B"/>
                </a:solidFill>
                <a:latin typeface="Calibri"/>
              </a:rPr>
              <a:t>•  eDiscovery (búsqueda forense)</a:t>
            </a:r>
          </a:p>
          <a:p>
            <a:pPr algn="l"/>
            <a:r>
              <a:rPr sz="1400" b="0">
                <a:solidFill>
                  <a:srgbClr val="26292B"/>
                </a:solidFill>
                <a:latin typeface="Calibri"/>
              </a:rPr>
              <a:t>•  Retención y retención legal (holds)</a:t>
            </a:r>
          </a:p>
          <a:p>
            <a:pPr algn="l"/>
            <a:r>
              <a:rPr sz="1400" b="0">
                <a:solidFill>
                  <a:srgbClr val="26292B"/>
                </a:solidFill>
                <a:latin typeface="Calibri"/>
              </a:rPr>
              <a:t>•  Auditoría avanzada y trazabilidad</a:t>
            </a:r>
          </a:p>
          <a:p>
            <a:pPr algn="l"/>
            <a:r>
              <a:rPr sz="1400" b="0">
                <a:solidFill>
                  <a:srgbClr val="26292B"/>
                </a:solidFill>
                <a:latin typeface="Calibri"/>
              </a:rPr>
              <a:t>•  Cumplimiento de comunicaciones</a:t>
            </a:r>
          </a:p>
          <a:p>
            <a:pPr algn="l"/>
            <a:r>
              <a:rPr sz="1400" b="0">
                <a:solidFill>
                  <a:srgbClr val="26292B"/>
                </a:solidFill>
                <a:latin typeface="Calibri"/>
              </a:rPr>
              <a:t>•  Riesgo interno (insider risk)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61A1"/>
                </a:solidFill>
                <a:latin typeface="Calibri"/>
              </a:rPr>
              <a:t>Identidad y acceso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4028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292B"/>
                </a:solidFill>
                <a:latin typeface="Calibri"/>
              </a:rPr>
              <a:t>•  SSO / OIDC + federación LDAP</a:t>
            </a:r>
          </a:p>
          <a:p>
            <a:pPr algn="l"/>
            <a:r>
              <a:rPr sz="1400" b="0">
                <a:solidFill>
                  <a:srgbClr val="26292B"/>
                </a:solidFill>
                <a:latin typeface="Calibri"/>
              </a:rPr>
              <a:t>•  Doble factor (MFA)</a:t>
            </a:r>
          </a:p>
          <a:p>
            <a:pPr algn="l"/>
            <a:r>
              <a:rPr sz="1400" b="0">
                <a:solidFill>
                  <a:srgbClr val="26292B"/>
                </a:solidFill>
                <a:latin typeface="Calibri"/>
              </a:rPr>
              <a:t>•  Acceso condicional por riesgo</a:t>
            </a:r>
          </a:p>
          <a:p>
            <a:pPr algn="l"/>
            <a:r>
              <a:rPr sz="1400" b="0">
                <a:solidFill>
                  <a:srgbClr val="26292B"/>
                </a:solidFill>
                <a:latin typeface="Calibri"/>
              </a:rPr>
              <a:t>•  Auto-bloqueo de accesos sospechosos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1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Inteligencia Artificial — local y privada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05E5C"/>
                </a:solidFill>
                <a:latin typeface="Calibri"/>
              </a:rPr>
              <a:t>La IA es opcional y no envía tus correos a terceros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9728" cy="13716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2996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A7F"/>
                </a:solidFill>
                <a:latin typeface="Calibri"/>
              </a:rPr>
              <a:t>Agentes autónomos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5E5C"/>
                </a:solidFill>
                <a:latin typeface="Calibri"/>
              </a:rPr>
              <a:t>Vigilan la seguridad, auditan la postura y resumen incidentes.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109728" cy="13716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A7F"/>
                </a:solidFill>
                <a:latin typeface="Calibri"/>
              </a:rPr>
              <a:t>Copiloto de seguridad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5E5C"/>
                </a:solidFill>
                <a:latin typeface="Calibri"/>
              </a:rPr>
              <a:t>Preguntas en lenguaje natural con respuestas basadas en datos reales.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92024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920240"/>
            <a:ext cx="109728" cy="13716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02996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A7F"/>
                </a:solidFill>
                <a:latin typeface="Calibri"/>
              </a:rPr>
              <a:t>“Pregúntale a tu correo”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46888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5E5C"/>
                </a:solidFill>
                <a:latin typeface="Calibri"/>
              </a:rPr>
              <a:t>Búsqueda semántica sobre la bandeja con 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>
                <a:solidFill>
                  <a:srgbClr val="26292B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1188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611880"/>
            <a:ext cx="109728" cy="13716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72160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A7F"/>
                </a:solidFill>
                <a:latin typeface="Calibri"/>
              </a:rPr>
              <a:t>“Pregúntale a tu correo”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6052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5E5C"/>
                </a:solidFill>
                <a:latin typeface="Calibri"/>
              </a:rPr>
              <a:t>Búsqueda semántica sobre tu bandeja con IA.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61188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611880"/>
            <a:ext cx="109728" cy="13716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72160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4A7F"/>
                </a:solidFill>
                <a:latin typeface="Calibri"/>
              </a:rPr>
              <a:t>IA enchufable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16052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5E5C"/>
                </a:solidFill>
                <a:latin typeface="Calibri"/>
              </a:rPr>
              <a:t>Compatible con proveedores de IA locales o en la nube, sin tocar código.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Soberano, y sin licencias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6616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66160" cy="7772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3566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Datos en casa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31089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El correo vive en TUS servidores. Soberanía total, sin enviar datos a terceros.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828800"/>
            <a:ext cx="356616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828800"/>
            <a:ext cx="3566160" cy="7772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938528"/>
            <a:ext cx="3566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$0 en licencias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788920"/>
            <a:ext cx="31089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Sin costo por usuario. Crear cuentas nuevas es gratis: el costo no crece con la organización.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1828800"/>
            <a:ext cx="356616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828800"/>
            <a:ext cx="3566160" cy="7772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1938528"/>
            <a:ext cx="3566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Ahorro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788920"/>
            <a:ext cx="31089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92B"/>
                </a:solidFill>
                <a:latin typeface="Calibri"/>
              </a:rPr>
              <a:t>Frente a una suite comercial equivalente: del orden de $30,000 a $70,000 al año para ~100 cuentas.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1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73152"/>
          </a:xfrm>
          <a:prstGeom prst="rect">
            <a:avLst/>
          </a:prstGeom>
          <a:solidFill>
            <a:srgbClr val="F2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Software libre, para 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CFE2F2"/>
                </a:solidFill>
                <a:latin typeface="Calibri"/>
              </a:rPr>
              <a:t>Correo de nivel empresarial, autohospedado y soberano —</a:t>
            </a:r>
          </a:p>
          <a:p>
            <a:pPr algn="l"/>
            <a:r>
              <a:rPr sz="2300" b="0">
                <a:solidFill>
                  <a:srgbClr val="CFE2F2"/>
                </a:solidFill>
                <a:latin typeface="Calibri"/>
              </a:rPr>
              <a:t>sin pagar licencias por usuario ni entregar tus datos a un tercero.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463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Desarrollado por Fundación Maquita · Disponible como software libre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